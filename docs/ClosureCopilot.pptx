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9 agents · any backend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70432"/>
            <a:ext cx="7669635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