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6BD6CD-ED46-48F3-A6FF-3F84F00B2497}" v="10" dt="2026-09-05T15:26:55.2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96" y="1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yuresh Piske" userId="aeb3d3e9-2c13-446e-8fc0-83f22db42824" providerId="ADAL" clId="{76688486-0801-4EB8-8479-3CA377FA07D4}"/>
    <pc:docChg chg="undo custSel modSld">
      <pc:chgData name="Mayuresh Piske" userId="aeb3d3e9-2c13-446e-8fc0-83f22db42824" providerId="ADAL" clId="{76688486-0801-4EB8-8479-3CA377FA07D4}" dt="2026-09-05T15:46:48.348" v="107" actId="1076"/>
      <pc:docMkLst>
        <pc:docMk/>
      </pc:docMkLst>
      <pc:sldChg chg="addSp delSp modSp mod">
        <pc:chgData name="Mayuresh Piske" userId="aeb3d3e9-2c13-446e-8fc0-83f22db42824" providerId="ADAL" clId="{76688486-0801-4EB8-8479-3CA377FA07D4}" dt="2026-09-05T15:46:48.348" v="107" actId="1076"/>
        <pc:sldMkLst>
          <pc:docMk/>
          <pc:sldMk cId="0" sldId="256"/>
        </pc:sldMkLst>
        <pc:spChg chg="mod">
          <ac:chgData name="Mayuresh Piske" userId="aeb3d3e9-2c13-446e-8fc0-83f22db42824" providerId="ADAL" clId="{76688486-0801-4EB8-8479-3CA377FA07D4}" dt="2026-09-05T15:46:43.561" v="106" actId="1076"/>
          <ac:spMkLst>
            <pc:docMk/>
            <pc:sldMk cId="0" sldId="256"/>
            <ac:spMk id="3" creationId="{00000000-0000-0000-0000-000000000000}"/>
          </ac:spMkLst>
        </pc:spChg>
        <pc:spChg chg="add mod">
          <ac:chgData name="Mayuresh Piske" userId="aeb3d3e9-2c13-446e-8fc0-83f22db42824" providerId="ADAL" clId="{76688486-0801-4EB8-8479-3CA377FA07D4}" dt="2026-09-05T15:19:12.708" v="4" actId="571"/>
          <ac:spMkLst>
            <pc:docMk/>
            <pc:sldMk cId="0" sldId="256"/>
            <ac:spMk id="8" creationId="{7160E950-381A-9493-E97E-A5C157321C4D}"/>
          </ac:spMkLst>
        </pc:spChg>
        <pc:spChg chg="add mod">
          <ac:chgData name="Mayuresh Piske" userId="aeb3d3e9-2c13-446e-8fc0-83f22db42824" providerId="ADAL" clId="{76688486-0801-4EB8-8479-3CA377FA07D4}" dt="2026-09-05T15:19:21.693" v="7" actId="571"/>
          <ac:spMkLst>
            <pc:docMk/>
            <pc:sldMk cId="0" sldId="256"/>
            <ac:spMk id="9" creationId="{F9C852E8-C7BC-811C-B1EF-9314B6D6C9AA}"/>
          </ac:spMkLst>
        </pc:spChg>
        <pc:spChg chg="add mod">
          <ac:chgData name="Mayuresh Piske" userId="aeb3d3e9-2c13-446e-8fc0-83f22db42824" providerId="ADAL" clId="{76688486-0801-4EB8-8479-3CA377FA07D4}" dt="2026-09-05T15:46:48.348" v="107" actId="1076"/>
          <ac:spMkLst>
            <pc:docMk/>
            <pc:sldMk cId="0" sldId="256"/>
            <ac:spMk id="11" creationId="{B25F93AE-AE4B-0369-7B8A-DF9D4A6D992F}"/>
          </ac:spMkLst>
        </pc:spChg>
        <pc:spChg chg="del mod">
          <ac:chgData name="Mayuresh Piske" userId="aeb3d3e9-2c13-446e-8fc0-83f22db42824" providerId="ADAL" clId="{76688486-0801-4EB8-8479-3CA377FA07D4}" dt="2026-09-05T15:35:46.493" v="95" actId="478"/>
          <ac:spMkLst>
            <pc:docMk/>
            <pc:sldMk cId="0" sldId="256"/>
            <ac:spMk id="12" creationId="{56D8762E-D1DB-7AEA-C625-87FE1BCBAC7A}"/>
          </ac:spMkLst>
        </pc:spChg>
      </pc:sldChg>
      <pc:sldChg chg="delSp modSp mod">
        <pc:chgData name="Mayuresh Piske" userId="aeb3d3e9-2c13-446e-8fc0-83f22db42824" providerId="ADAL" clId="{76688486-0801-4EB8-8479-3CA377FA07D4}" dt="2026-09-05T15:28:49.532" v="76" actId="1076"/>
        <pc:sldMkLst>
          <pc:docMk/>
          <pc:sldMk cId="0" sldId="257"/>
        </pc:sldMkLst>
        <pc:spChg chg="del mod">
          <ac:chgData name="Mayuresh Piske" userId="aeb3d3e9-2c13-446e-8fc0-83f22db42824" providerId="ADAL" clId="{76688486-0801-4EB8-8479-3CA377FA07D4}" dt="2026-09-05T15:26:23.488" v="36" actId="478"/>
          <ac:spMkLst>
            <pc:docMk/>
            <pc:sldMk cId="0" sldId="257"/>
            <ac:spMk id="2" creationId="{00000000-0000-0000-0000-000000000000}"/>
          </ac:spMkLst>
        </pc:spChg>
        <pc:spChg chg="mod">
          <ac:chgData name="Mayuresh Piske" userId="aeb3d3e9-2c13-446e-8fc0-83f22db42824" providerId="ADAL" clId="{76688486-0801-4EB8-8479-3CA377FA07D4}" dt="2026-09-05T15:28:49.532" v="76" actId="1076"/>
          <ac:spMkLst>
            <pc:docMk/>
            <pc:sldMk cId="0" sldId="257"/>
            <ac:spMk id="13" creationId="{2CD06639-3C8E-33C0-FE69-B7ADA560992A}"/>
          </ac:spMkLst>
        </pc:spChg>
      </pc:sldChg>
      <pc:sldChg chg="modSp mod">
        <pc:chgData name="Mayuresh Piske" userId="aeb3d3e9-2c13-446e-8fc0-83f22db42824" providerId="ADAL" clId="{76688486-0801-4EB8-8479-3CA377FA07D4}" dt="2026-09-05T15:36:38.970" v="104" actId="20577"/>
        <pc:sldMkLst>
          <pc:docMk/>
          <pc:sldMk cId="0" sldId="258"/>
        </pc:sldMkLst>
        <pc:spChg chg="mod">
          <ac:chgData name="Mayuresh Piske" userId="aeb3d3e9-2c13-446e-8fc0-83f22db42824" providerId="ADAL" clId="{76688486-0801-4EB8-8479-3CA377FA07D4}" dt="2026-09-05T15:36:38.970" v="104" actId="20577"/>
          <ac:spMkLst>
            <pc:docMk/>
            <pc:sldMk cId="0" sldId="258"/>
            <ac:spMk id="4" creationId="{00000000-0000-0000-0000-000000000000}"/>
          </ac:spMkLst>
        </pc:spChg>
        <pc:spChg chg="mod">
          <ac:chgData name="Mayuresh Piske" userId="aeb3d3e9-2c13-446e-8fc0-83f22db42824" providerId="ADAL" clId="{76688486-0801-4EB8-8479-3CA377FA07D4}" dt="2026-09-05T15:36:10.470" v="97" actId="14100"/>
          <ac:spMkLst>
            <pc:docMk/>
            <pc:sldMk cId="0" sldId="258"/>
            <ac:spMk id="7" creationId="{70C64B5F-0A6D-53D4-7F8E-684E630ACE64}"/>
          </ac:spMkLst>
        </pc:spChg>
        <pc:picChg chg="mod">
          <ac:chgData name="Mayuresh Piske" userId="aeb3d3e9-2c13-446e-8fc0-83f22db42824" providerId="ADAL" clId="{76688486-0801-4EB8-8479-3CA377FA07D4}" dt="2026-09-05T15:36:26.293" v="98" actId="14100"/>
          <ac:picMkLst>
            <pc:docMk/>
            <pc:sldMk cId="0" sldId="258"/>
            <ac:picMk id="5" creationId="{00000000-0000-0000-0000-000000000000}"/>
          </ac:picMkLst>
        </pc:picChg>
      </pc:sldChg>
      <pc:sldChg chg="modSp mod">
        <pc:chgData name="Mayuresh Piske" userId="aeb3d3e9-2c13-446e-8fc0-83f22db42824" providerId="ADAL" clId="{76688486-0801-4EB8-8479-3CA377FA07D4}" dt="2026-09-05T15:27:57.266" v="54" actId="1076"/>
        <pc:sldMkLst>
          <pc:docMk/>
          <pc:sldMk cId="0" sldId="259"/>
        </pc:sldMkLst>
        <pc:spChg chg="mod">
          <ac:chgData name="Mayuresh Piske" userId="aeb3d3e9-2c13-446e-8fc0-83f22db42824" providerId="ADAL" clId="{76688486-0801-4EB8-8479-3CA377FA07D4}" dt="2026-09-05T15:27:48.018" v="52" actId="1076"/>
          <ac:spMkLst>
            <pc:docMk/>
            <pc:sldMk cId="0" sldId="259"/>
            <ac:spMk id="2" creationId="{00000000-0000-0000-0000-000000000000}"/>
          </ac:spMkLst>
        </pc:spChg>
        <pc:spChg chg="mod">
          <ac:chgData name="Mayuresh Piske" userId="aeb3d3e9-2c13-446e-8fc0-83f22db42824" providerId="ADAL" clId="{76688486-0801-4EB8-8479-3CA377FA07D4}" dt="2026-09-05T15:27:57.266" v="54" actId="1076"/>
          <ac:spMkLst>
            <pc:docMk/>
            <pc:sldMk cId="0" sldId="259"/>
            <ac:spMk id="11" creationId="{CDCA28F5-24ED-C6C5-22BD-9A93D513A93A}"/>
          </ac:spMkLst>
        </pc:spChg>
      </pc:sldChg>
      <pc:sldChg chg="modSp mod">
        <pc:chgData name="Mayuresh Piske" userId="aeb3d3e9-2c13-446e-8fc0-83f22db42824" providerId="ADAL" clId="{76688486-0801-4EB8-8479-3CA377FA07D4}" dt="2026-09-05T15:27:41.067" v="49" actId="1076"/>
        <pc:sldMkLst>
          <pc:docMk/>
          <pc:sldMk cId="0" sldId="260"/>
        </pc:sldMkLst>
        <pc:spChg chg="mod">
          <ac:chgData name="Mayuresh Piske" userId="aeb3d3e9-2c13-446e-8fc0-83f22db42824" providerId="ADAL" clId="{76688486-0801-4EB8-8479-3CA377FA07D4}" dt="2026-09-05T15:27:41.067" v="49" actId="1076"/>
          <ac:spMkLst>
            <pc:docMk/>
            <pc:sldMk cId="0" sldId="260"/>
            <ac:spMk id="25" creationId="{7E55F50A-2D07-CDDF-D02C-81095889BAF9}"/>
          </ac:spMkLst>
        </pc:spChg>
      </pc:sldChg>
      <pc:sldChg chg="modSp mod">
        <pc:chgData name="Mayuresh Piske" userId="aeb3d3e9-2c13-446e-8fc0-83f22db42824" providerId="ADAL" clId="{76688486-0801-4EB8-8479-3CA377FA07D4}" dt="2026-09-05T15:27:32.513" v="47" actId="1076"/>
        <pc:sldMkLst>
          <pc:docMk/>
          <pc:sldMk cId="0" sldId="261"/>
        </pc:sldMkLst>
        <pc:spChg chg="mod">
          <ac:chgData name="Mayuresh Piske" userId="aeb3d3e9-2c13-446e-8fc0-83f22db42824" providerId="ADAL" clId="{76688486-0801-4EB8-8479-3CA377FA07D4}" dt="2026-09-05T15:27:32.513" v="47" actId="1076"/>
          <ac:spMkLst>
            <pc:docMk/>
            <pc:sldMk cId="0" sldId="261"/>
            <ac:spMk id="9" creationId="{FB081541-3697-02EB-CA09-947B1D5C7B05}"/>
          </ac:spMkLst>
        </pc:spChg>
      </pc:sldChg>
      <pc:sldChg chg="modSp mod">
        <pc:chgData name="Mayuresh Piske" userId="aeb3d3e9-2c13-446e-8fc0-83f22db42824" providerId="ADAL" clId="{76688486-0801-4EB8-8479-3CA377FA07D4}" dt="2026-09-05T15:27:24.766" v="45" actId="1076"/>
        <pc:sldMkLst>
          <pc:docMk/>
          <pc:sldMk cId="0" sldId="262"/>
        </pc:sldMkLst>
        <pc:spChg chg="mod">
          <ac:chgData name="Mayuresh Piske" userId="aeb3d3e9-2c13-446e-8fc0-83f22db42824" providerId="ADAL" clId="{76688486-0801-4EB8-8479-3CA377FA07D4}" dt="2026-09-05T15:27:24.766" v="45" actId="1076"/>
          <ac:spMkLst>
            <pc:docMk/>
            <pc:sldMk cId="0" sldId="262"/>
            <ac:spMk id="9" creationId="{3F30E14D-839F-E276-DF2D-B2EF76D28596}"/>
          </ac:spMkLst>
        </pc:spChg>
      </pc:sldChg>
      <pc:sldChg chg="modSp mod">
        <pc:chgData name="Mayuresh Piske" userId="aeb3d3e9-2c13-446e-8fc0-83f22db42824" providerId="ADAL" clId="{76688486-0801-4EB8-8479-3CA377FA07D4}" dt="2026-09-05T15:27:16.846" v="43" actId="1076"/>
        <pc:sldMkLst>
          <pc:docMk/>
          <pc:sldMk cId="0" sldId="263"/>
        </pc:sldMkLst>
        <pc:spChg chg="mod">
          <ac:chgData name="Mayuresh Piske" userId="aeb3d3e9-2c13-446e-8fc0-83f22db42824" providerId="ADAL" clId="{76688486-0801-4EB8-8479-3CA377FA07D4}" dt="2026-09-05T15:27:12.699" v="42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Mayuresh Piske" userId="aeb3d3e9-2c13-446e-8fc0-83f22db42824" providerId="ADAL" clId="{76688486-0801-4EB8-8479-3CA377FA07D4}" dt="2026-09-05T15:27:16.846" v="43" actId="1076"/>
          <ac:spMkLst>
            <pc:docMk/>
            <pc:sldMk cId="0" sldId="263"/>
            <ac:spMk id="6" creationId="{C4C2C17A-6560-086A-57BE-9E6D36D66AC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CC7E1A-73E7-4392-AC6F-F56983B15E02}" type="datetimeFigureOut">
              <a:rPr lang="en-IN" smtClean="0"/>
              <a:t>05-09-2026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5C6A6E-78E3-4131-AA1F-BE872D6461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5279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1A860E-A5C9-4BB3-9D24-03426CEDA1FE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ClosureCopilot · Mayuresh Piske · © 2026 Microsoft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366139-1F27-41D5-A69B-CA0FBF3AE9E0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ClosureCopilot · Mayuresh Piske · © 2026 Microsoft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9446-3569-482E-B95D-099B6825A3EA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ClosureCopilot · Mayuresh Piske · © 2026 Microsoft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A2D408-C22F-4865-A74C-8E62198A75B9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ClosureCopilot · Mayuresh Piske · © 2026 Microsoft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C42C51-E0FA-49C8-BD77-1A8E329A1E2C}" type="datetime1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ClosureCopilot · Mayuresh Piske · © 2026 Microsoft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EB809-D8AE-458D-A09F-EC991CDFAAF4}" type="datetime1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ClosureCopilot · Mayuresh Piske · © 2026 Microsoft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7DD57-8BD2-4ABC-907F-600A7AE12FA9}" type="datetime1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ClosureCopilot · Mayuresh Piske · © 2026 Microsoft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9FBC0-417F-4E6F-BB0A-C044624887C5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ClosureCopilot · Mayuresh Piske · © 2026 Microsoft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24268-1955-4D60-8C2B-6482ABF32B4B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ClosureCopilot · Mayuresh Piske · © 2026 Microsoft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3E97C-F88E-4447-9191-634C0FE55DE7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ClosureCopilot · Mayuresh Piske · © 2026 Microsoft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E1322-D978-49E8-9CD9-57D38ACFCED6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ClosureCopilot · Mayuresh Piske · © 2026 Microsoft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916B1-F069-4B57-8997-E8307208C489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ClosureCopilot · Mayuresh Piske · © 2026 Microsoft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0" y="4480560"/>
            <a:ext cx="12191695" cy="109728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Segoe UI"/>
              </a:rPr>
              <a:t>ClosureCopilot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63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dirty="0">
                <a:solidFill>
                  <a:srgbClr val="BFD4F2"/>
                </a:solidFill>
                <a:latin typeface="Segoe UI"/>
              </a:rPr>
              <a:t>A Multi-Agent Backend Closure Copilot for RTL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dirty="0">
                <a:solidFill>
                  <a:srgbClr val="9FB8E0"/>
                </a:solidFill>
                <a:latin typeface="Segoe UI"/>
              </a:rPr>
              <a:t>It decides WHERE each fix belongs — RTL  ·  SDC  ·  UPF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5F93AE-AE4B-0369-7B8A-DF9D4A6D992F}"/>
              </a:ext>
            </a:extLst>
          </p:cNvPr>
          <p:cNvSpPr txBox="1"/>
          <p:nvPr/>
        </p:nvSpPr>
        <p:spPr>
          <a:xfrm>
            <a:off x="868680" y="5921262"/>
            <a:ext cx="1051560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IN" sz="2000" b="1" dirty="0">
                <a:solidFill>
                  <a:srgbClr val="BFD4F2"/>
                </a:solidFill>
                <a:latin typeface="Segoe UI"/>
              </a:rPr>
              <a:t>Mayuresh Piske</a:t>
            </a:r>
            <a:endParaRPr sz="2000" b="1" dirty="0">
              <a:solidFill>
                <a:srgbClr val="BFD4F2"/>
              </a:solidFill>
              <a:latin typeface="Segoe UI"/>
            </a:endParaRP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E762DB3-6B60-B04A-6D8B-ADDDF3DC6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problem: PPA closure doesn't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27632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444752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Power, Performance &amp; Area (PPA) closure is the biggest schedule risk in silicon.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9191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49631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Run backend tools → wait hours → face thousands of lines of reports.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30751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354787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The bottleneck is judgment, not reading:  is a timing violation a real RTL bug, or a missing constraint?  Is high clock power a hotspot, or unrealized UPF intent?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2312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459943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That expertise lives only in senior engineers' heads — and doesn't scale.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2CD06639-3C8E-33C0-FE69-B7ADA5609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356350"/>
            <a:ext cx="2653848" cy="365125"/>
          </a:xfrm>
        </p:spPr>
        <p:txBody>
          <a:bodyPr/>
          <a:lstStyle/>
          <a:p>
            <a:r>
              <a:rPr lang="en-US" dirty="0" err="1"/>
              <a:t>ClosureCopilot</a:t>
            </a:r>
            <a:r>
              <a:rPr lang="en-US" dirty="0"/>
              <a:t> · © 2026 Microsoft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58B4D48A-0156-D948-50BE-043CEEBF1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53353"/>
            <a:ext cx="10972800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dirty="0">
                <a:solidFill>
                  <a:srgbClr val="FFFFFF"/>
                </a:solidFill>
                <a:latin typeface="Segoe UI"/>
              </a:rPr>
              <a:t>One copilot · </a:t>
            </a:r>
            <a:r>
              <a:rPr lang="en-IN" sz="3000" b="1">
                <a:solidFill>
                  <a:srgbClr val="FFFFFF"/>
                </a:solidFill>
                <a:latin typeface="Segoe UI"/>
              </a:rPr>
              <a:t>multi</a:t>
            </a:r>
            <a:r>
              <a:rPr sz="3000" b="1">
                <a:solidFill>
                  <a:srgbClr val="FFFFFF"/>
                </a:solidFill>
                <a:latin typeface="Segoe UI"/>
              </a:rPr>
              <a:t> agents · any backend report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371" y="1060704"/>
            <a:ext cx="7511205" cy="5327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7606A"/>
                </a:solidFill>
                <a:latin typeface="Segoe UI"/>
              </a:rPr>
              <a:t>Tool-agnostic parsers normalize STA · synthesis · power · area · UPF · SDC · congestion into one finding model.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0C64B5F-0A6D-53D4-7F8E-684E630AC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8639" y="6476792"/>
            <a:ext cx="2564987" cy="365125"/>
          </a:xfrm>
        </p:spPr>
        <p:txBody>
          <a:bodyPr/>
          <a:lstStyle/>
          <a:p>
            <a:r>
              <a:rPr lang="en-US" dirty="0" err="1"/>
              <a:t>ClosureCopilot</a:t>
            </a:r>
            <a:r>
              <a:rPr lang="en-US" dirty="0"/>
              <a:t> · © 2026 Microsoft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2A82C9-93A7-3E31-8886-F50574915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core idea: Fix-Layer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Segoe UI"/>
              </a:rPr>
              <a:t>For every issue, it decides WHERE the fix belongs — RTL · SDC · UPF · synthesis-setup.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303520" cy="21945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Segoe UI"/>
              </a:rPr>
              <a:t>Example 1 — fix in SDC (not RTL)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Segoe UI"/>
              </a:rPr>
              <a:t>Config path cfg_reg → status_reg fails setup.</a:t>
            </a:r>
          </a:p>
          <a:p>
            <a:pPr algn="l"/>
            <a:r>
              <a:rPr sz="1500" b="0">
                <a:solidFill>
                  <a:srgbClr val="57606A"/>
                </a:solidFill>
                <a:latin typeface="Segoe UI"/>
              </a:rPr>
              <a:t>Diagnosis: quasi-static, sampled once per write.</a:t>
            </a:r>
          </a:p>
          <a:p>
            <a:pPr algn="l"/>
            <a:r>
              <a:rPr sz="1500" b="1">
                <a:solidFill>
                  <a:srgbClr val="2DA44E"/>
                </a:solidFill>
                <a:latin typeface="Segoe UI"/>
              </a:rPr>
              <a:t>→ set_multicycle_path -setup 2 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94560"/>
            <a:ext cx="5303520" cy="21945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23774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8957E5"/>
                </a:solidFill>
                <a:latin typeface="Segoe UI"/>
              </a:rPr>
              <a:t>Example 2 — fix in RTL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Segoe UI"/>
              </a:rPr>
              <a:t>Deep combinational cone at alu.sv:210.</a:t>
            </a:r>
          </a:p>
          <a:p>
            <a:pPr algn="l"/>
            <a:r>
              <a:rPr sz="1500" b="0">
                <a:solidFill>
                  <a:srgbClr val="57606A"/>
                </a:solidFill>
                <a:latin typeface="Segoe UI"/>
              </a:rPr>
              <a:t>Diagnosis: genuine logic depth, single cycle.</a:t>
            </a:r>
          </a:p>
          <a:p>
            <a:pPr algn="l"/>
            <a:r>
              <a:rPr sz="1500" b="1">
                <a:solidFill>
                  <a:srgbClr val="2DA44E"/>
                </a:solidFill>
                <a:latin typeface="Segoe UI"/>
              </a:rPr>
              <a:t>→ pipeline the datapath  (timing ✓, area +2%)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548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Segoe UI"/>
              </a:rPr>
              <a:t>Every fix ships with a corrected, copy-paste snippet + a cross-domain PPA trade-off.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DCA28F5-24ED-C6C5-22BD-9A93D513A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24613"/>
            <a:ext cx="3639855" cy="365125"/>
          </a:xfrm>
        </p:spPr>
        <p:txBody>
          <a:bodyPr/>
          <a:lstStyle/>
          <a:p>
            <a:r>
              <a:rPr lang="en-US" dirty="0" err="1"/>
              <a:t>ClosureCopilot</a:t>
            </a:r>
            <a:r>
              <a:rPr lang="en-US" dirty="0"/>
              <a:t> · Mayuresh Piske · © 2026 Microsoft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984C18B-1FB8-7174-D3B2-FEBB89345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2DA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Five modules, one dashboard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64592" cy="8686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14400" y="1371600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1444752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Segoe UI"/>
              </a:rPr>
              <a:t>PPA Analyzer  — 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73936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Ranks issues and routes each fix to RTL / SDC / UPF with a snippet + trade-off.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59152"/>
            <a:ext cx="164592" cy="86868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14400" y="2359152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2432304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8957E5"/>
                </a:solidFill>
                <a:latin typeface="Segoe UI"/>
              </a:rPr>
              <a:t>Constraint Promotion  —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61488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Reconciles IP → top constraints; generates corrected top-level SDC.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46704"/>
            <a:ext cx="164592" cy="868680"/>
          </a:xfrm>
          <a:prstGeom prst="roundRect">
            <a:avLst/>
          </a:prstGeom>
          <a:solidFill>
            <a:srgbClr val="C88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14400" y="3346704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3419856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C8860A"/>
                </a:solidFill>
                <a:latin typeface="Segoe UI"/>
              </a:rPr>
              <a:t>UPF Signoff  —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74904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Checks isolation, retention &amp; clock-gating intent; emits corrected UPF.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34256"/>
            <a:ext cx="164592" cy="868680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14400" y="4334256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43000" y="4407408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5484D"/>
                </a:solidFill>
                <a:latin typeface="Segoe UI"/>
              </a:rPr>
              <a:t>Regression Detective  — 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736592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Compares two runs; finds what regressed and the change behind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321808"/>
            <a:ext cx="164592" cy="868680"/>
          </a:xfrm>
          <a:prstGeom prst="roundRect">
            <a:avLst/>
          </a:prstGeom>
          <a:solidFill>
            <a:srgbClr val="2DA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4400" y="5321808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43000" y="5394960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DA44E"/>
                </a:solidFill>
                <a:latin typeface="Segoe UI"/>
              </a:rPr>
              <a:t>Physical-Aware Feedback  — 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72414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Turns P&amp;R congestion into concrete RTL restructuring hints.</a:t>
            </a:r>
          </a:p>
        </p:txBody>
      </p:sp>
      <p:sp>
        <p:nvSpPr>
          <p:cNvPr id="25" name="Footer Placeholder 24">
            <a:extLst>
              <a:ext uri="{FF2B5EF4-FFF2-40B4-BE49-F238E27FC236}">
                <a16:creationId xmlns:a16="http://schemas.microsoft.com/office/drawing/2014/main" id="{7E55F50A-2D07-CDDF-D02C-81095889B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2376" y="6492875"/>
            <a:ext cx="3483279" cy="365125"/>
          </a:xfrm>
        </p:spPr>
        <p:txBody>
          <a:bodyPr/>
          <a:lstStyle/>
          <a:p>
            <a:r>
              <a:rPr lang="en-US" dirty="0" err="1"/>
              <a:t>ClosureCopilot</a:t>
            </a:r>
            <a:r>
              <a:rPr lang="en-US" dirty="0"/>
              <a:t> · Mayuresh Piske · © 2026 Microsoft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97A18FC6-935B-46D4-22CB-3431383DA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Grounded — and always-on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394960" cy="3108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49377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F6FEB"/>
                </a:solidFill>
                <a:latin typeface="Segoe UI"/>
              </a:rPr>
              <a:t>Dual-RAG knowledge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① Global PPA knowledge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Low-power / timing / area methodology, tool-report semantics, fix patterns.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② Design Context Memory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A persistent memory of YOUR chip — specs, micro-arch, clocking, prior runs.</a:t>
            </a:r>
          </a:p>
          <a:p>
            <a:pPr algn="l"/>
            <a:r>
              <a:rPr sz="1400" b="1">
                <a:solidFill>
                  <a:srgbClr val="2DA44E"/>
                </a:solidFill>
                <a:latin typeface="Segoe UI"/>
              </a:rPr>
              <a:t>→ Feedback reflects your design intent, and improves each iteration.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71600"/>
            <a:ext cx="5212080" cy="3108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1554480"/>
            <a:ext cx="47548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957E5"/>
                </a:solidFill>
                <a:latin typeface="Segoe UI"/>
              </a:rPr>
              <a:t>Built to run anywhere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Python · multi-agent orchestration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Azure OpenAI for reasoning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Streamlit product dashboard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Deterministic OFFLINE mode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Runs reliably with or without credentials — the demo never breaks.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081541-3697-02EB-CA09-947B1D5C7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6509" y="6463461"/>
            <a:ext cx="3721274" cy="365125"/>
          </a:xfrm>
        </p:spPr>
        <p:txBody>
          <a:bodyPr/>
          <a:lstStyle/>
          <a:p>
            <a:r>
              <a:rPr lang="en-US" dirty="0" err="1"/>
              <a:t>ClosureCopilot</a:t>
            </a:r>
            <a:r>
              <a:rPr lang="en-US" dirty="0"/>
              <a:t> · Mayuresh Piske · © 2026 Microsoft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D4ED3BB-8D92-13D8-AB29-2BD15A55C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Why it wins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881360" cy="1828800"/>
          </a:xfrm>
          <a:prstGeom prst="roundRect">
            <a:avLst/>
          </a:prstGeom>
          <a:solidFill>
            <a:srgbClr val="EEE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957E5"/>
                </a:solidFill>
                <a:latin typeface="Segoe UI"/>
              </a:rPr>
              <a:t>Unique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It combines fix-layer routing + IP→top constraint promotion + run-to-run regression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attribution for the RTL owner — a combination no existing point tool brings together.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474720"/>
            <a:ext cx="10881360" cy="2377440"/>
          </a:xfrm>
          <a:prstGeom prst="roundRect">
            <a:avLst/>
          </a:prstGeom>
          <a:solidFill>
            <a:srgbClr val="E7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3327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DA44E"/>
                </a:solidFill>
                <a:latin typeface="Segoe UI"/>
              </a:rPr>
              <a:t>Impact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Hours of manual, expert-only triage → minutes of ranked, grounded, copy-paste fixes.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Puts senior-level closure judgment in every RTL designer's hands.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Catches unrealized intent and lost constraints before the next costly backend run.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3F30E14D-839F-E276-DF2D-B2EF76D28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0601"/>
            <a:ext cx="3821482" cy="365125"/>
          </a:xfrm>
        </p:spPr>
        <p:txBody>
          <a:bodyPr/>
          <a:lstStyle/>
          <a:p>
            <a:r>
              <a:rPr lang="en-US" dirty="0" err="1"/>
              <a:t>ClosureCopilot</a:t>
            </a:r>
            <a:r>
              <a:rPr lang="en-US" dirty="0"/>
              <a:t> · Mayuresh Piske · © 2026 Microsoft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6BCC1590-4137-BEAB-B5DE-8490219A9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Segoe UI"/>
              </a:rPr>
              <a:t>ClosureCopilot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BFD4F2"/>
                </a:solidFill>
                <a:latin typeface="Segoe UI"/>
              </a:rPr>
              <a:t>Close faster. Fix smarter.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FB8E0"/>
                </a:solidFill>
                <a:latin typeface="Segoe UI"/>
              </a:rPr>
              <a:t>github.com/mayureshpiske19/ClosureCopilot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C2C17A-6560-086A-57BE-9E6D36D66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22960" y="6356350"/>
            <a:ext cx="4072003" cy="365125"/>
          </a:xfrm>
        </p:spPr>
        <p:txBody>
          <a:bodyPr/>
          <a:lstStyle/>
          <a:p>
            <a:r>
              <a:rPr lang="en-US" dirty="0" err="1"/>
              <a:t>ClosureCopilot</a:t>
            </a:r>
            <a:r>
              <a:rPr lang="en-US" dirty="0"/>
              <a:t> · Mayuresh Piske · © 2026 Microsoft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62701B-EC8F-97EC-DB7F-0A1AFE4EF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570</Words>
  <Application>Microsoft Office PowerPoint</Application>
  <PresentationFormat>Widescreen</PresentationFormat>
  <Paragraphs>72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Mayuresh Piske</cp:lastModifiedBy>
  <cp:revision>1</cp:revision>
  <dcterms:created xsi:type="dcterms:W3CDTF">2013-01-27T09:14:16Z</dcterms:created>
  <dcterms:modified xsi:type="dcterms:W3CDTF">2026-09-05T15:46:50Z</dcterms:modified>
  <cp:category/>
</cp:coreProperties>
</file>