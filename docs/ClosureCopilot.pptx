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10058400" cy="71337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7606A"/>
                </a:solidFill>
                <a:latin typeface="Segoe UI"/>
              </a:rPr>
              <a:t>Tool-agnostic parsers normalize STA · synthesis · power · area · UPF · SDC · congestion into one finding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modules, one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Physical-Aware Feedback  —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Turns P&amp;R congestion into concrete RTL restructuring hints.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